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這張表是兩種包材的正面對照。surface 是零厚度的膜,厚度其實是碰撞偏移量撐出來的,所以改 surfaceThickness 沒反應、縮偏移量就互穿。volume 的厚度是幾何,層間距就是板厚加兩倍 restOffset,自互穿從上百降到個位數,而且同指令兩次幾乎一樣。代價是純彈性回彈更徹底、角落會翹、計算慢五倍。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厚度不是免費的。第一,板一有厚度彎曲剛性就上去,E 要降一階才像泡泡紙,再降一階布就被拉長,可用窗口很窄。第二,反直覺的是板做薄反而更彈,因為厚度方向只有一層四面體會數值鎖死。第三是最大的:純彈性材料放開就 100% 回彈,包裹把箱子填滿,縮布也救不了。第四,粗網格讓夾爪夾不到足夠頂點,而且 solver 要加倍、時間步減半。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這題補測了。surface 膜夾得住,但只有指面間距約等於兩倍 restOffset、也就是 2 mm 時才是真的夾住:滑動 0.3 到 0.5 mm、零穿指、邊長比 1.06,四條判準全過。間隙 4 到 10 mm 時頂點根本沒被夾到,布只是掛在下指上被帶起來,滑 5 到 20 mm;間隙小於 1 mm 開始穿膜,而且越擠滑得越多。靠的是 restOffset 造出來的虛擬厚度,不是 contactOffset 也不是 surfaceThickness。疊兩片只掀上片兩片互穿 0,翻面 74 到 83%,volume 是 100%。缺點是可用間隙窗口只有 1.5 到 2 mm,volume 是 2 到 5 mm;而且懸出的邊會自己垂成垂直,用上下合攏的接近方式抓不到任何頂點。結論:只為了能夾,不需要厚度;要穿模與重現性,還是 volume。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我的建議是正式包材走 volume,surface 保留當快速迭代工具。理由是 volume 的厚度和層間距是真的物理量,之後要對應不同泡泡紙規格只要改板厚;穿模和重現性兩項驗收也只有 volume 過得乾淨;而且要給夾爪和手臂夾,有實體比較合理。代價是慢五倍、楊氏模數窗口窄、純彈性要靠十字形加解析 rest 才留得住形。這三個前提需要大家同意。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左邊是 volume 板、右邊是 surface 膜,同一個探針:兩片疊著,夾爪只夾上面那片的伸出邊,沿圓弧翻 180 度。兩種都夾得住、掀得開,下面那片都留在原位。差別在夾持窗口:volume 的指面間距 4 到 5 mm 都行,surface 只有 1.5 到 2 mm,等於兩倍 restOffset,夾太鬆布只是掛在下指上、夾太緊會穿膜。翻面 volume 是 100%,surface 74 到 83%,落下時會皺。兩種都沒有穿杯、沒有互穿。這張證明「夾得住」不是選 surface 或 volume 的決定因素,決定因素在整包的穿模、重現性與回彈。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誤差為零。紙箱繞 z 轉 180° 之後右手能照規格到抓取點,PPT 的左右分工跟著對調。乾跑 v2 照門檻全程無碰撞,但有三處妥協:夾上蓋外緣會插進鄰片,改成蓋子先 kinematic 開 35° 再用指頭捏板厚掀到 50°,之後也由 kinematic 轉到 180°;掀包材時其他三片蓋要開到 260° 貼外牆,不然腕部會撞到平躺的蓋;弧線上指尖軸要偏 15°。箱子在工作空間邊緣,靈巧度很低,抓點離牆不到 30 mm 指頭就會碰牆。手臂端需要布那邊輸出什麼,寫在 arm/INTERFACE.md。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高度合理:實測 122~125 ≈ 93 + 5 層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vs volume:兩種包材對照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545"/>
                <a:gridCol w="4494847"/>
                <a:gridCol w="4494847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surface(零厚度膜,9/30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volume(4 mm 四面體板,10/2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0;靠 contactOffset 5 / restOffset 1 撐出 4.3~5.6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幾何 4 mm;層間距 = 板厚 + 2×rest = 5.0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改厚度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surfaceThickness 10→4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直接指定板厚;但單層四面體變薄反而更硬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自互穿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97~156(縮偏移量 → 上千)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≤ 8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同參數兩次差 6 mm,折邊會滑開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關蓋前 bbox 差 ≤ 2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 / 搬箱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2.5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0.6~2.3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彈 17 mm(自碰撞間距)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100% 回彈(純彈性),靠箱蓋壓住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角落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皺成耳朵,壓實後滑開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翹起,需側板收耳;十字形可免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每段 2~3 分鐘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全程 4 分鐘(solver 128、dt 1/240,≈5× 實時)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加了厚度之後,新冒出來的四個問題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太硬、翹耳朵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2e4 時四角翹成鬱金香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降到 2e3 才垂下;1e3 就被拉長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可用窗口只有一階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變薄反而更硬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厚度方向只有 1 層四面體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2 mm 板開蓋彈得比 4 mm 高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彎曲鎖死:調軟只能調 E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撐滿內腔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 100% 回彈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關蓋後 y 一律 223 = 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縮布、長方形布都沒用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夾不到點、算得慢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格 14 mm vs 指面 20 mm,最多 8 點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solver 128、dt 1/240 才不壓穿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全程 ≈ 5× 實時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單片夾持:surface 2 mm vs volume 4 mm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虛擬厚度 = 2×restOffset = 2 mm;間隙 1.5~2 滑動 0.3~0.5、穿指 0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4~10 沒夾到,布掛在下指上;≤ 1 mm 開始穿膜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掀上片互穿 0,翻面 74~83%(volume 100%);窗口窄</a:t>
            </a:r>
            <a:endParaRPr/>
          </a:p>
        </p:txBody>
      </p:sp>
      <p:pic>
        <p:nvPicPr>
          <p:cNvPr id="347" name="12_grip_side_by_si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9741" y="2836164"/>
            <a:ext cx="10918613" cy="30708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731181" y="5541264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G1 夾懸出邊、抬 150 mm、拉 100 mm:左 volume 間隙 4 mm、右 surface 間隙 2 mm(11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建議:包材用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選 volume 的理由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厚度與層間距是物理量,可直接對應泡泡紙規格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互穿 ≤ 8、可重現,驗收說得清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夾爪、手臂接觸有實體可夾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代價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慢 5 倍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窗口窄(2e3)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純彈性 → 要十字形 + 解析 rest 才留形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surface 還能做什麼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快速掃參數(3 分鐘一段)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折序、入箱流程驗證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現有 demo 影片已可用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前提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接受十字形預裁包材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抓取改 attachment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手臂 + 布進同一模擬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兩種包材都夾得住、掀得開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左 volume:間隙 4~5 mm,滑動 ~1 mm,翻面 100%|右 surface:間隙 2 mm,滑動 0.4 mm,翻面 74~83%</a:t>
            </a:r>
            <a:endParaRPr/>
          </a:p>
        </p:txBody>
      </p:sp>
      <p:pic>
        <p:nvPicPr>
          <p:cNvPr id="347" name="11_peel_side_by_si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66928" y="2518664"/>
            <a:ext cx="11064240" cy="3111817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58368" y="5264721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566928" y="5685345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 疊兩片只夾上片翻 180°:左 volume 4 mm 板、右 surface 零厚度膜(10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手臂是 6 軸 follower:乾跑 v2 無碰撞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 → URDF + Lula,FK 誤差 0;箱轉 180° 右手可達 #1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v2 穿入 ≤ 0.5 mm、兩臂 ≥ 10 mm;掀蓋改捏板厚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妥協:蓋 0→35° kinematic、其餘三蓋開 260°;σ 低至 0.015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v2 乾跑:左手捏後蓋板厚掀起、右手壓前蓋 → 右手到 #1 掀弧線(15 s,無碰撞)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