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這題補測了。surface 膜夾得住,但只有指面間距約等於兩倍 restOffset、也就是 2 mm 時才是真的夾住:滑動 0.3 到 0.5 mm、零穿指、邊長比 1.06,四條判準全過。間隙 4 到 10 mm 時頂點根本沒被夾到,布只是掛在下指上被帶起來,滑 5 到 20 mm;間隙小於 1 mm 開始穿膜,而且越擠滑得越多。靠的是 restOffset 造出來的虛擬厚度,不是 contactOffset 也不是 surfaceThickness。疊兩片只掀上片兩片互穿 0,翻面 74 到 83%,volume 是 100%。缺點是可用間隙窗口只有 1.5 到 2 mm,volume 是 2 到 5 mm;而且懸出的邊會自己垂成垂直,用上下合攏的接近方式抓不到任何頂點。結論:只為了能夾,不需要厚度;要穿模與重現性,還是 volume。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左邊是 volume 板、右邊是 surface 膜,同一個探針:兩片疊著,夾爪只夾上面那片的伸出邊,沿圓弧翻 180 度。兩種都夾得住、掀得開,下面那片都留在原位。差別在夾持窗口:volume 的指面間距 4 到 5 mm 都行,surface 只有 1.5 到 2 mm,等於兩倍 restOffset,夾太鬆布只是掛在下指上、夾太緊會穿膜。翻面 volume 是 100%,surface 74 到 83%,落下時會皺。兩種都沒有穿杯、沒有互穿。這張證明「夾得住」不是選 surface 或 volume 的決定因素,決定因素在整包的穿模、重現性與回彈。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誤差為零。紙箱繞 z 轉 180° 之後右手能照規格到抓取點,PPT 的左右分工跟著對調。乾跑 v2 照門檻全程無碰撞,但有三處妥協:夾上蓋外緣會插進鄰片,改成蓋子先 kinematic 開 35° 再用指頭捏板厚掀到 50°,之後也由 kinematic 轉到 180°;掀包材時其他三片蓋要開到 260° 貼外牆,不然腕部會撞到平躺的蓋;弧線上指尖軸要偏 15°。箱子在工作空間邊緣,靈巧度很低,抓點離牆不到 30 mm 指頭就會碰牆。手臂端需要布那邊輸出什麼,寫在 arm/INTERFACE.md。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單片夾持對照:surface 2 mm vs volume 4 mm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虛擬厚度 = 2×restOffset = 2 mm;間隙 1.5~2 滑動 0.3~0.5、穿指 0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4~10 沒夾到,布掛在下指上;≤ 1 mm 開始穿膜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掀上片互穿 0,翻面 74~83%(volume 100%);窗口窄</a:t>
            </a:r>
            <a:endParaRPr/>
          </a:p>
        </p:txBody>
      </p:sp>
      <p:pic>
        <p:nvPicPr>
          <p:cNvPr id="347" name="12_grip_side_by_s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9741" y="2836164"/>
            <a:ext cx="10918613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31181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G1 夾懸出邊、抬 150 mm、拉 100 mm:左 volume 間隙 4 mm、右 surface 間隙 2 mm(11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兩種包材都夾得住、掀得開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左 volume:間隙 4~5 mm,滑動 ~1 mm,翻面 100%|右 surface:間隙 2 mm,滑動 0.4 mm,翻面 74~83%</a:t>
            </a:r>
            <a:endParaRPr/>
          </a:p>
        </p:txBody>
      </p:sp>
      <p:pic>
        <p:nvPicPr>
          <p:cNvPr id="347" name="11_peel_side_by_s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518664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264721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685345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 疊兩片只夾上片翻 180°:左 volume 4 mm 板、右 surface 零厚度膜(10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手臂是 6 軸 follower:乾跑 v2 無碰撞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 → URDF + Lula,FK 誤差 0;箱轉 180° 右手可達 #1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v2 穿入 ≤ 0.5 mm、兩臂 ≥ 10 mm;掀蓋改捏板厚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妥協:蓋 0→35° kinematic、其餘三蓋開 260°;σ 低至 0.015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v2 乾跑:左手捏後蓋板厚掀起、右手壓前蓋 → 右手到 #1 掀弧線(15 s,無碰撞)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