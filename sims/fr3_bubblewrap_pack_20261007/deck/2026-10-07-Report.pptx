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誤差為零。可達性顯示箱子在工作空間邊緣,手指朝下的姿態很不靈活。第一版乾跑有三處碰撞:夾上蓋外緣會插進隔壁那片、掀後蓋到 79 度解不出 IK、掀包材弧線腕部壓到牆頂。把紙箱轉 180 度後右手能照規格到抓取點,v2 正在改夾角落與弧線。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手臂不是 FR3:6 軸 follower,IK 自建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關節框架 → URDF + Lula:FK 誤差 0.000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箱子在工作空間邊緣:σ 0.05~0.09,弧線中段 0.015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乾跑碰撞:插鄰片 1.5 mm、掀蓋到 79°、腕壓牆頂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箱轉 180° → 右手照規格到 #1;v2 跑中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空箱乾跑:右手掀後蓋 → 到抓取點 → 弧線(15 s,有碰撞)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