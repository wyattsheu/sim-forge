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夾持的三支探針。單片用純摩擦夾住邊緣抬 150 mm 拉 100 mm 都不脫,間隙要等於板厚到板厚加一毫米,夾太緊反而把材料擠出去。疊兩片只夾上面那片翻 180 度,下片幾乎不動。翻轉時圓弧半徑不能超過夾點到被壓住點的材料長度,第一版半徑太大就滑脫 67 mm。這些參數會直接給手臂用。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誤差為零。可達性顯示箱子在工作空間邊緣,手指朝下的姿態很不靈活。第一版乾跑有三處碰撞:夾上蓋外緣會插進隔壁那片、掀後蓋到 79 度解不出 IK、掀包材弧線腕部壓到牆頂。把紙箱轉 180 度後右手能照規格到抓取點,v2 正在改夾角落與弧線。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高度合理:5 層 × 5 mm,實測 122~125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夾爪探針成立:4~5 mm 間隙,只掀上片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= 板厚~+1 mm、摩擦 2.0:滑動 ~1 mm、穿指 0.3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≤ 3 mm 掉落;弧線半徑 ≤ 0.9× 材料長否則滑脫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deformable 對 kinematic 剛體摩擦有效</a:t>
            </a:r>
            <a:endParaRPr/>
          </a:p>
        </p:txBody>
      </p:sp>
      <p:pic>
        <p:nvPicPr>
          <p:cNvPr id="347" name="07_grip_peel_prob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G2:疊兩片只夾上片翻 180°,下片位移 0.8 mm(10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手臂不是 FR3:6 軸 follower,IK 自建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關節框架 → URDF + Lula:FK 誤差 0.000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箱子在工作空間邊緣:σ 0.05~0.09,弧線中段 0.015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乾跑碰撞:插鄰片 1.5 mm、掀蓋到 79°、腕壓牆頂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箱轉 180° → 右手照規格到 #1;v2 跑中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空箱乾跑:右手掀後蓋 → 到抓取點 → 弧線(15 s,有碰撞)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