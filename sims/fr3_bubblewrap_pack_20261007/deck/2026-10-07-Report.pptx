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這張表是兩種包材的正面對照。surface 是零厚度的膜,厚度其實是碰撞偏移量撐出來的,所以改 surfaceThickness 沒反應、縮偏移量就互穿。volume 的厚度是幾何,層間距就是板厚加兩倍 restOffset,自互穿從上百降到個位數,而且同指令兩次幾乎一樣。代價是純彈性回彈更徹底、角落會翹、計算慢五倍。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厚度不是免費的。第一,板一有厚度彎曲剛性就上去,E 要降一階才像泡泡紙,再降一階布就被拉長,可用窗口很窄。第二,反直覺的是板做薄反而更彈,因為厚度方向只有一層四面體會數值鎖死。第三是最大的:純彈性材料放開就 100% 回彈,包裹把箱子填滿,縮布也救不了。第四,粗網格讓夾爪夾不到足夠頂點,而且 solver 要加倍、時間步減半。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這題要誠實講:surface 版我們沒有做過兩指夾持的探針。能確定的是 attachment 綁住頂點可以拉動整條邊,折疊就是靠這個;還有 kinematic 平板移動時布靠摩擦完全跟著走。沒測的是兩指把一張零厚度的膜夾起來。預期上它的等效厚度是兩倍 contactOffset 約 10 mm,指面間距 8 mm 左右應該夾得住,但夾太緊會穿過膜。建議把 volume 用的夾爪探針原樣對 surface 跑一次,半天就有答案。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我的建議是正式包材走 volume,surface 保留當快速迭代工具。理由是 volume 的厚度和層間距是真的物理量,之後要對應不同泡泡紙規格只要改板厚;穿模和重現性兩項驗收也只有 volume 過得乾淨;而且要給夾爪和手臂夾,有實體比較合理。代價是慢五倍、楊氏模數窗口窄、純彈性要靠十字形加解析 rest 才留得住形。這三個前提需要大家同意。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夾持的三支探針。單片用純摩擦夾住邊緣抬 150 mm 拉 100 mm 都不脫,間隙要等於板厚到板厚加一毫米,夾太緊反而把材料擠出去。疊兩片只夾上面那片翻 180 度,下片幾乎不動。翻轉時圓弧半徑不能超過夾點到被壓住點的材料長度,第一版半徑太大就滑脫 67 mm。這些參數會直接給手臂用。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誤差為零。可達性顯示箱子在工作空間邊緣,手指朝下的姿態很不靈活。第一版乾跑有三處碰撞:夾上蓋外緣會插進隔壁那片、掀後蓋到 79 度解不出 IK、掀包材弧線腕部壓到牆頂。把紙箱轉 180 度後右手能照規格到抓取點,v2 正在改夾角落與弧線。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高度合理:實測 122~125 ≈ 93 + 5 層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vs volume:兩種包材對照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545"/>
                <a:gridCol w="4494847"/>
                <a:gridCol w="4494847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surface(零厚度膜,9/30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volume(4 mm 四面體板,10/2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0;靠 contactOffset 5 / restOffset 1 撐出 4.3~5.6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幾何 4 mm;層間距 = 板厚 + 2×rest = 5.0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改厚度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surfaceThickness 10→4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直接指定板厚;但單層四面體變薄反而更硬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自互穿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97~156(縮偏移量 → 上千)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≤ 8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同參數兩次差 6 mm,折邊會滑開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關蓋前 bbox 差 ≤ 2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 / 搬箱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2.5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0.6~2.3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彈 17 mm(自碰撞間距)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100% 回彈(純彈性),靠箱蓋壓住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角落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皺成耳朵,壓實後滑開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翹起,需側板收耳;十字形可免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每段 2~3 分鐘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全程 4 分鐘(solver 128、dt 1/240,≈5× 實時)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加了厚度之後,新冒出來的四個問題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太硬、翹耳朵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2e4 時四角翹成鬱金香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降到 2e3 才垂下;1e3 就被拉長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可用窗口只有一階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變薄反而更硬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厚度方向只有 1 層四面體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2 mm 板開蓋彈得比 4 mm 高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彎曲鎖死:調軟只能調 E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撐滿內腔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 100% 回彈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關蓋後 y 一律 223 = 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縮布、長方形布都沒用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夾不到點、算得慢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格 14 mm vs 指面 20 mm,最多 8 點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solver 128、dt 1/240 才不壓穿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全程 ≈ 5× 實時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夾得住嗎?已知 / 未測 / 預期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已知可以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attachment 錨點拉得動整條邊(折疊就是這樣做的)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kinematic 平板靠摩擦帶動布 0 mm 滑動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deformable 對剛體摩擦有效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沒測過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兩指夾住零厚度膜再抬起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多層一起夾會不會互穿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夾持點滑動量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預期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等效厚度 = 2×contactOffset ≈ 10 mm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指面間距 ~8 mm 應夾得住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夾緊到 &lt; 2 mm 可能穿過膜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建議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用 volume 的夾爪探針原樣跑 surface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G1/G2 各一次,約半天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結果補進這頁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建議:包材用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選 volume 的理由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厚度與層間距是物理量,可直接對應泡泡紙規格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互穿 ≤ 8、可重現,驗收說得清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夾爪、手臂接觸有實體可夾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代價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慢 5 倍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窗口窄(2e3)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純彈性 → 要十字形 + 解析 rest 才留形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surface 還能做什麼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快速掃參數(3 分鐘一段)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折序、入箱流程驗證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現有 demo 影片已可用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前提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接受十字形預裁包材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抓取改 attachment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手臂 + 布進同一模擬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夾爪探針成立:4~5 mm 間隙,只掀上片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= 板厚~+1 mm、摩擦 2.0:滑動 ~1 mm、穿指 0.3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≤ 3 mm 掉落;弧線半徑 ≤ 0.9× 材料長否則滑脫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deformable 對 kinematic 剛體摩擦有效</a:t>
            </a:r>
            <a:endParaRPr/>
          </a:p>
        </p:txBody>
      </p:sp>
      <p:pic>
        <p:nvPicPr>
          <p:cNvPr id="347" name="07_grip_peel_prob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G2:疊兩片只夾上片翻 180°,下片位移 0.8 mm(10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手臂不是 FR3:6 軸 follower,IK 自建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關節框架 → URDF + Lula:FK 誤差 0.000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箱子在工作空間邊緣:σ 0.05~0.09,弧線中段 0.015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乾跑碰撞:插鄰片 1.5 mm、掀蓋到 79°、腕壓牆頂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箱轉 180° 右手可達 #1;v2 乾跑待重跑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空箱乾跑:右手掀後蓋 → 到抓取點 → 弧線(15 s,有碰撞)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