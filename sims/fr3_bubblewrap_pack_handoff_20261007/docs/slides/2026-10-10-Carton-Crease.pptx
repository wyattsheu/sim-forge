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這個紙箱是別人交付給我們的，實際用滑鼠和手臂去拉蓋子時幾乎拉不動。我先找原因，發現問題不只是彈性係數太大。最主要的是蓋子的轉動慣量被寫死成 0.006 kg·m²，關節又再加了 armature 0.006，加起來大約是真實 15 公克蓋子的 180 倍，所以施力之後蓋子只會很慢地動。影片上面是原本的版本，3 N 只拉到 21 度；下面是把慣量改回由幾何計算之後，同樣的力可以拉到 65 度。另外兩個問題是：預設沒有降伏，只有一個開關式的閂鎖；以及蓋子開到大約 100 度就卡住。接下來我先看文獻裡真實的紙箱摺痕是怎麼受力的，再照文獻重做模型。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文獻上最直接的是 Nagasawa 等人 2019 年在 JAMDSM 的實驗，他們用摺疊試驗機把壓過線的紙板摺到 90 度、停住、再放開。摺痕的彎矩曲線分成幾段：前面大約 20 度是彈性，接著中間層開始脫層，出現峰值 Mp1 約 0.244 N·m/m，之後到 90 度是近乎平穩的平台，約 0.215 N·m/m。最重要的是放開之後，摺痕會立刻彈回到大約 45 度，也就是第一次摺的時候大約一半是塑性、一半是彈性。Mentrasti 2013 量到 180 度也是類似的形狀，淺壓痕還會有兩個峰值。重複摺疊會變軟，這是 Nagasawa 另一篇的結果。所以一個合理的摺痕模型至少要有：彈性段、降伏平台、部分回彈、重複摺會軟化。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模型的部分。每片蓋子是一個剛體，用旋轉摺痕接在箱子上。摺痕彎矩 M_c 等於 k 乘以角度減掉塑性角 θ_p；當彈性彎矩超過降伏彎矩 M_y 時，塑性角會跟著流動，所以蓋子摺到哪裡就留在哪裡，放手後只彈回 M_y 除以 k。這跟我自己 carton_v1 的控制器是同一條定律，只是參數改用文獻值：M_y 取 0.25 N·m/m 乘以摺痕寬度，回彈角取 45 度，所以 k 等於 M_y 除以 45 度。下面那張圖回答老師之前問的，為什麼過了 90 度就變好拗：力矩平衡裡重力那一項是 m g L/2 乘以 cos θ，過了 90 度 cos θ 變成負的，蓋子自己的重量開始幫忙往外開。上層蓋的重量力矩約是降伏力矩的 14%，所以手感上有感。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這頁整理三個症狀和對應的修正。第一個是慣量，改成由幾何計算，只留一點 armature 給數值穩定。第二個是降伏，新寫的 crease_plastic.py 在每個物理步更新塑性角，寫回 USD 關節 drive 的目標角，所以彈性部分由 PhysX 的隱式 drive 處理，很穩定。第三個卡在 100 度有兩個原因：一是我之前為了防泡泡紙穿模加的牆外墊片擋到了蓋子，collision group 在 6.0 沒有把它們濾掉，所以改成逐對過濾；二是一般的 maximal joint 角度只算 ±180 度，超過之後角度跳號，限位就把蓋子甩回去，所以我把整個紙箱改成 articulation，跟 carton_v1 一樣，限位放到 −275 到 +5 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接下來是驗證。我照論文的試驗方式寫了一個 crease_test.py：把箱子夾住，用一個 PD 夾具以每秒 60 度把上層蓋摺到 90 度，停一秒，然後放開，看它停在幾度。論文用的是每秒約 72 度，速度相依性很弱，每變化 e 倍只有約 5%，所以可以比。結果放開之後停在 45.3 度，也就是回彈 44.7 度，落在論文 43 到 46 度的範圍內。畫面上方會即時顯示角度、夾具力矩、摺痕彎矩和塑性角，可以看到放開的瞬間彈性彎矩歸零、塑性角停在大約 50 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這張把我們量到的曲線和論文的數據點疊在一起。藍線是夾具力矩加上重力力矩，除以摺痕寬度 0.262 公尺，單位跟論文一樣是 N·m/m。紅色方塊和菱形是論文的 Mp1 和 M90，粉紅色帶是論文的回彈角範圍。90 度附近的平台我們量到 0.219，論文是 0.215，差不到 2%；放開後停的角度 45.3 度在論文的範圍內。不一樣的地方是峰值的位置：我們在 47 度、0.275，論文在大約 20 度、0.244。原因是我們的模型只有一個剛性，k 由 M_y 除以 45 度決定，所以彈性段一路延伸到 45 度才降伏；論文的卸載剛性其實比加載剛性軟。我們選擇讓回彈角和平台彎矩對上，這兩個是使用時最容易感覺到的量。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定量對照整理成這張表。前三列是對得上的：90 度的平台彎矩差 2%、放開後停的角度在範圍內、重複摺疊會變軟，我們重複摺三次，降伏彎矩從 0.25 掉到 0.219。後兩列是對不上、要老實講的：峰值的角度，原因上一頁說過是單一剛性；以及時間相依的行為，論文裡停在 90 度時彎矩會隨 ln t 鬆弛，放開後也會隨 ln t 慢慢再回彈幾度，我們沒有模擬。另外一個必須強調的前提是：論文的材料是 0.3 mm 白紙板，我們的箱子是瓦楞紙板，我找不到瓦楞摺痕每公尺彎矩的公開量測，所以 0.25 N·m/m 是借用紙板的值，這是未校準的假設。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這頁回答之前的問題：為什麼只能開到 90 度左右，真實紙箱應該可以翻到 270 度。改成 articulation 之後，同一個夾具可以一路把蓋子摺到箱壁外側，在 260.8 度碰到箱壁停住。差了大約 9 度是因為原作者把鉸鏈點放在牆的內緣，蓋子還要越過牆的厚度。放開後停在 240 度，回彈只有 30 度，比 90 度時的 45 度小，因為這時候重力是往下拉、在抵抗回彈。這跟受力圖的預測一致。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回到最初的問題：手臂拉不動。這是模擬手臂在蓋子邊緣往上拉的測試，力在 4 秒內從 0 加到 3 牛頓，然後放開。原本 1.53 牛頓才拉開 10 度、3 牛頓只到 21 度；現在 0.29 牛頓就到 10 度、1.43 牛頓到 60 度。放開之後原本會彈回關閉，現在停在 30.6 度，因為摺痕已經降伏。拉不到 90 度不是摺痕的問題，而是力是垂直往上的，蓋子接近直立時力臂趨近於零；真實的手臂會沿著蓋子轉動的方向推。滑鼠的測試結果也類似：上層蓋拉到 80 度，放開停在約 30 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這頁是跟預期不一樣、需要討論的地方。摺痕照文獻變軟之後，搬運測試時包材往上頂加上加速度，上層蓋會被頂開大約 15 度並留在那裡；劇烈甩動時有一片被甩到 73 度。沒封箱的真實紙箱也會這樣，所以我認為是合理的，但如果之後手臂任務需要蓋子保持關著，就要在任務裡處理，例如先封箱，或暫時用舊的閂鎖模式。第二點是下層蓋要等上層蓋翻過 90 度才拉得開，因為上層蓋回彈後還壓在上面，這跟真實紙箱一樣。最大的未知是瓦楞紙板的實際數值，我們借用的是紙板的 0.25 N·m/m，瓦楞紙很可能更硬，這需要拿真箱子量一次。想請老師看看校準的方式是否合理。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總結：這次把紙箱蓋從拉不動、沒有降伏、卡在 100 度，改成照文獻的彈塑性摺痕，90 度的平台彎矩和放開後的回彈角都對得上 Nagasawa 2019 的量測，而且可以一路摺到箱壁外側。下一步最重要的是用推拉力計量真的瓦楞紙箱，校準降伏彎矩和回彈角，只要改兩個參數。第二是交付用的場景要在 Isaac Sim 5.1 的機器上重建，因為這台只有 6.0，用 6.0 建的時候杯子的位置會跑掉。第三和第四是讓模型更貼近文獻的改進，優先度較低。最後需要和使用手臂的同學討論，任務中蓋子應該用哪一種模式。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Carton Crease Mechanics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2026.10.10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Huai-Jen Hsu (Wyatt)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Original lids: no yield, stuck at 100°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Arm pull at flap edge: 1.53 N → only 10°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Flap inertia authored ~180× real (0.006 kg·m² + armature)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No yield by default: open/shut latch only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Lids stop at ~100°: wall pads + ±180° joint wrap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33" name="pull_fyp_before_aft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075932" y="1572768"/>
            <a:ext cx="3852671" cy="4334256"/>
          </a:xfrm>
          <a:prstGeom prst="rect">
            <a:avLst/>
          </a:prstGeom>
        </p:spPr>
      </p:pic>
      <p:sp>
        <p:nvSpPr>
          <p:cNvPr id="334" name="Rounded Rectangle 333"/>
          <p:cNvSpPr/>
          <p:nvPr/>
        </p:nvSpPr>
        <p:spPr>
          <a:xfrm>
            <a:off x="7167372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0:07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373368" y="5961888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Same 3 N pull. Top: original carton (21°). Bottom: real flap inertia (65°)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3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Real creases yield, then spring back half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Creasing delaminates the board; folding bulges inner plies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&lt; ~20°: elastic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Peak Mp1 = 0.244 N·m/m, plateau M90 = 0.215 N·m/m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Fold to 90°, release → rests at 43–46°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Refolds soften the crease</a:t>
            </a:r>
            <a:endParaRPr/>
          </a:p>
        </p:txBody>
      </p:sp>
      <p:pic>
        <p:nvPicPr>
          <p:cNvPr id="340" name="Picture 339" descr="crease_model_vs_litera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206371"/>
            <a:ext cx="5257800" cy="3067050"/>
          </a:xfrm>
          <a:prstGeom prst="rect">
            <a:avLst/>
          </a:prstGeom>
        </p:spPr>
      </p:pic>
      <p:sp>
        <p:nvSpPr>
          <p:cNvPr id="341" name="TextBox 340"/>
          <p:cNvSpPr txBox="1"/>
          <p:nvPr/>
        </p:nvSpPr>
        <p:spPr>
          <a:xfrm>
            <a:off x="6373368" y="5328285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Dashed: measured shape, 0.3 mm white-coated paperboard, 72°/s. Blue/red: our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Elastic–plastic crease + flap moment balance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627632"/>
            <a:ext cx="52578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M_c = k (θ − θ_p), capped at M_y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Above M_y, θ_p flows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Released: returns by M_y / k = 45°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M_y = 0.25 N·m/m × width (fyp 0.066 N·m)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Weight m g L/2 = 14% of M_y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>
                <a:solidFill>
                  <a:srgbClr val="C00000"/>
                </a:solidFill>
              </a:rPr>
              <a:t>F·L = M_c(θ) + m g (L/2) cos θ — past 90° the flap's weight helps opening</a:t>
            </a:r>
          </a:p>
        </p:txBody>
      </p:sp>
      <p:pic>
        <p:nvPicPr>
          <p:cNvPr id="341" name="Picture 340" descr="flap_fbd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95" y="1627632"/>
            <a:ext cx="4862945" cy="4279392"/>
          </a:xfrm>
          <a:prstGeom prst="rect">
            <a:avLst/>
          </a:prstGeom>
        </p:spPr>
      </p:pic>
      <p:sp>
        <p:nvSpPr>
          <p:cNvPr id="342" name="TextBox 341"/>
          <p:cNvSpPr txBox="1"/>
          <p:nvPr/>
        </p:nvSpPr>
        <p:spPr>
          <a:xfrm>
            <a:off x="6373368" y="5961888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Upper flap fyp, side view: L 111 mm, width 262 mm, 17.4 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Three causes, three fixes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0" name="Table 339"/>
          <p:cNvGraphicFramePr>
            <a:graphicFrameLocks noGrp="1"/>
          </p:cNvGraphicFramePr>
          <p:nvPr/>
        </p:nvGraphicFramePr>
        <p:xfrm>
          <a:off x="841248" y="1572768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Cause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Fix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50" b="0"/>
                        <a:t>Lids barely move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Flap inertia ~180× real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Inertia from geometry, armature 2e-4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50" b="1"/>
                        <a:t>No permanent fold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/>
                        <a:t>Open/shut latch only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/>
                        <a:t>crease_plastic.py: plastic set updated every physics step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50" b="0"/>
                        <a:t>Stuck at ~100°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Wall pads hit flaps; joints wrap at ±180°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Pad↔flap filtered pairs; carton as articulation, limits −275…+5°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Fold to 90°, release: flap rests at 45.3°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7" name="TextBox 346"/>
          <p:cNvSpPr txBox="1"/>
          <p:nvPr/>
        </p:nvSpPr>
        <p:spPr>
          <a:xfrm>
            <a:off x="841248" y="1060704"/>
            <a:ext cx="10515600" cy="80467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</a:rPr>
              <a:t>Paper: 90° fold releases to 43–46° — ours springs back 44.7°</a:t>
            </a:r>
          </a:p>
        </p:txBody>
      </p:sp>
      <p:pic>
        <p:nvPicPr>
          <p:cNvPr id="348" name="crease_fold9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55240" y="1920240"/>
            <a:ext cx="7087615" cy="3986783"/>
          </a:xfrm>
          <a:prstGeom prst="rect">
            <a:avLst/>
          </a:prstGeom>
        </p:spPr>
      </p:pic>
      <p:sp>
        <p:nvSpPr>
          <p:cNvPr id="349" name="Rounded Rectangle 348"/>
          <p:cNvSpPr/>
          <p:nvPr/>
        </p:nvSpPr>
        <p:spPr>
          <a:xfrm>
            <a:off x="26466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0:05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566928" y="596188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Crease-tester protocol: carton clamped, PD fixture folds fyp at 60°/s to 90°, holds 1 s, releases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Matches Nagasawa 2019: M90 and rest angle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7" name="TextBox 346"/>
          <p:cNvSpPr txBox="1"/>
          <p:nvPr/>
        </p:nvSpPr>
        <p:spPr>
          <a:xfrm>
            <a:off x="841248" y="1060704"/>
            <a:ext cx="10515600" cy="80467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</a:rPr>
              <a:t>Plateau 0.219 vs 0.215 N·m/m; rest 45.3° vs 43–46°</a:t>
            </a:r>
          </a:p>
        </p:txBody>
      </p:sp>
      <p:pic>
        <p:nvPicPr>
          <p:cNvPr id="348" name="Picture 347" descr="paper_vs_ou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345" y="1920240"/>
            <a:ext cx="5695405" cy="3986783"/>
          </a:xfrm>
          <a:prstGeom prst="rect">
            <a:avLst/>
          </a:prstGeom>
        </p:spPr>
      </p:pic>
      <p:sp>
        <p:nvSpPr>
          <p:cNvPr id="349" name="TextBox 348"/>
          <p:cNvSpPr txBox="1"/>
          <p:nvPr/>
        </p:nvSpPr>
        <p:spPr>
          <a:xfrm>
            <a:off x="566928" y="596188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Blue: simulated crease moment (fixture + gravity torque) / 0.262 m; red: values reported in the paper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35485" y="2757464"/>
            <a:ext cx="683448" cy="51828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Quantitative comparison with the paper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841248" y="1572768"/>
          <a:ext cx="10515600" cy="221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88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Quantity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 (0.3 mm board)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Ours (sim)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l"/>
                      <a:r>
                        <a:rPr sz="1250" b="1"/>
                        <a:t>Plateau moment near 90°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/>
                        <a:t>0.215 N·m/m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/>
                        <a:t>0.219 N·m/m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/>
                        <a:t>✓ (+2%)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l"/>
                      <a:r>
                        <a:rPr sz="1250" b="0"/>
                        <a:t>Rest angle after 90° fold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43–46°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45.3°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✓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l"/>
                      <a:r>
                        <a:rPr sz="1250" b="0"/>
                        <a:t>Refold softening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yes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yield 0.25 → 0.219 N·m/m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✓ qualitative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l"/>
                      <a:r>
                        <a:rPr sz="1250" b="0"/>
                        <a:t>Peak moment Mp1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0.244 @ ~20°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0.275 @ 47°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✗ elastic range too long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l"/>
                      <a:r>
                        <a:rPr sz="1250" b="0"/>
                        <a:t>Relaxation while held / log-time recovery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yes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not modelled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Folds down the outside of the wall (~261°)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27632"/>
            <a:ext cx="52578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Before: stuck at ~100°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Now: flap meets the wall at 260.8°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Hinge at the wall's inner edge: ~9° short of 270°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Released: rests at 240°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Spring-back only 30°: weight opposes it</a:t>
            </a:r>
            <a:endParaRPr/>
          </a:p>
        </p:txBody>
      </p:sp>
      <p:sp>
        <p:nvSpPr>
          <p:cNvPr id="347" name="TextBox 346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>
                <a:solidFill>
                  <a:srgbClr val="C00000"/>
                </a:solidFill>
              </a:rPr>
              <a:t>Past 90° the weight helps; released at 261° it rests at 240°</a:t>
            </a:r>
          </a:p>
        </p:txBody>
      </p:sp>
      <p:pic>
        <p:nvPicPr>
          <p:cNvPr id="348" name="crease_fold27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88571"/>
            <a:ext cx="5257800" cy="2957512"/>
          </a:xfrm>
          <a:prstGeom prst="rect">
            <a:avLst/>
          </a:prstGeom>
        </p:spPr>
      </p:pic>
      <p:sp>
        <p:nvSpPr>
          <p:cNvPr id="349" name="Rounded Rectangle 348"/>
          <p:cNvSpPr/>
          <p:nvPr/>
        </p:nvSpPr>
        <p:spPr>
          <a:xfrm>
            <a:off x="6464807" y="488032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0:08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373368" y="5300948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Fixture folds fyp to 270°; the flap stops against the wall, then is released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Arm pull: 0.29 N opens 10° (was 1.53 N)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27632"/>
            <a:ext cx="52578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10°: 1.53 N → 0.29 N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60°: not reached → 1.43 N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Released: springs shut → stays at 30.6°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Vertical pull loses leverage near 90°</a:t>
            </a:r>
            <a:endParaRPr/>
          </a:p>
        </p:txBody>
      </p:sp>
      <p:sp>
        <p:nvSpPr>
          <p:cNvPr id="347" name="TextBox 346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>
                <a:solidFill>
                  <a:srgbClr val="C00000"/>
                </a:solidFill>
              </a:rPr>
              <a:t>Upward pull at the flap edge, ramped to 3 N in 4 s, then released</a:t>
            </a:r>
          </a:p>
        </p:txBody>
      </p:sp>
      <p:pic>
        <p:nvPicPr>
          <p:cNvPr id="348" name="pull_fyp_creas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88571"/>
            <a:ext cx="5257800" cy="2957512"/>
          </a:xfrm>
          <a:prstGeom prst="rect">
            <a:avLst/>
          </a:prstGeom>
        </p:spPr>
      </p:pic>
      <p:sp>
        <p:nvSpPr>
          <p:cNvPr id="349" name="Rounded Rectangle 348"/>
          <p:cNvSpPr/>
          <p:nvPr/>
        </p:nvSpPr>
        <p:spPr>
          <a:xfrm>
            <a:off x="6464807" y="488032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0:07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373368" y="5300948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</a:rPr>
              <a:t>verify_phys_scene.py --test P on the new scene; on-screen: pull force and flap angle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8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Softer creases are realistic — and have side effects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Carry test: upper flaps pop ~15° open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1.5 m/s shake: one flap flung to 73°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Lower flaps open only after upper flaps pass 90°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Corrugated crease uncalibrated (paperboard value)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Shut lids needed: seal box or LID_MODE=latch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Calibrate corrugated crease: force gauge at flap edge (start-fold force, rest angle after 90°)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Rebuild delivered scene_final_phys.usd on Isaac Sim 5.1 (6.0 build moves the mug)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Two-stiffness crease so yield starts near 20° like the paper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Time-dependent relaxation / log-time spring-back (optional)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>Decide lid policy for arm tasks: plastic vs sealed vs latch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TextBox 361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>
                <a:solidFill>
                  <a:srgbClr val="C00000"/>
                </a:solidFill>
              </a:rPr>
              <a:t>Crease matches the paper's plateau and spring-back; next: calibrate on real corrugated 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